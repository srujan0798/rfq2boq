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relatable. Everyone understands reading PDFs is painful.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clear scope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Don't rush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dual NER: pattern-based for reliability today, ML for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numbers but explain WHY. Don't hide the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wins (XLSX), then be honest about PDF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maturity — you learned from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blame others. Say 'we caught and fixed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breadth — full stack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positive but honest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summary + confident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RFQ2BOQ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NLP-Based Extraction of Bill of Quantities</a:t>
            </a:r>
            <a:br/>
            <a:r>
              <a:t>from Construction Tenders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Srujan | SWA Consultancy Pvt. Ltd.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Introduction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Construction tenders (RFQs) contain BOQ data buried in PDFs and Excel files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Manual extraction by estimators takes 2–4 hours per tender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Process is slow, error-prone, and doesn't scale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Goal: Build an AI system that reads tenders and outputs structured BOQ automatically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Extract 8 entity types: Material, Quantity, Unit, Location, Dimension, Standard, Grade, Action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Export as Excel (CPWD format), JSON, or 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Internship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C7"/>
                </a:solidFill>
              </a:defRPr>
            </a:pPr>
            <a:r>
              <a:t>Primary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End-to-end NLP pipeline for BOQ extraction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Handle both PDF and Excel tender formats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Extract 8 entity types with relations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Export structured BOQ (Excel/JSON/CSV)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C7"/>
                </a:solidFill>
              </a:defRPr>
            </a:pPr>
            <a:r>
              <a:t>Secondary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Streamlit UI for non-technical users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FastAPI backend for integration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Honest evaluation framework (no fake 100%)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Full documentation for future interns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PDF / XLSX  →  Ingest  →  Preprocess  →  NER  →  Domain  →  Export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Ingest: pdfplumber for tables + pytesseract OCR for scanned PDFs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Preprocess: Text cleaning + SmartSectionClassifier (finds BOQ pages)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NER: Pattern-based (production) + BERT-LoRA ML (experimental)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Domain: BOQ assembly + unit normalization + validation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Export: Excel (CPWD), JSON, CSV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Tech Stack: Python, PyTorch, Transformers, pdfplumber, FastAPI, 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Was Built — Components Delivered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PDF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pdfplumber + OCR fallback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XLSX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Row-preservation pipeline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NER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Pattern-based (prod) + LoRA ML (exp)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BOQ Assembler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Row build + unit normalization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Domain rules + confidence scoring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Excel, JSON, CSV (CPWD format)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CLI / API /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Typer, FastAPI, Streamlit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97 critical tests passing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Honest, independent gold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Handoff, architecture, user guide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Honest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Entity-level F1: 43.8% micro / 44.8% macro (independent gold)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XLSX extraction: Strong — 60% macro F1, exact row counts on clean spreadsheets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PDF extraction: Partial — 23% macro F1, needs improvement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Important Caveat — Evaluation Mismatch: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Gold expects short material names: 'Mineral Wool'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Pipeline outputs full descriptions: 'Supply &amp; application of 100 mm thick Mineral Wool...'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This makes F1 look worse than actual row correctness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Anti-Cheat Rules Implemented: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No self-comparison (pipeline output ≠ gold)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Independent human-verified rowgold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Automatic detection of gold modification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 — 10 Real SWA Tender Files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Items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02 ISRO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8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A745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03 Zydus Matoda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33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A745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05 Zydus 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48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A745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08 SAEL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12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A745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04 Adani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 (bug)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7C00"/>
                          </a:solidFill>
                        </a:defRPr>
                      </a:pPr>
                      <a:r>
                        <a:t>Fixing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06 Avante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31 (some 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7C00"/>
                          </a:solidFill>
                        </a:defRPr>
                      </a:pPr>
                      <a:r>
                        <a:t>Tuning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07 Grew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9 (some 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7C00"/>
                          </a:solidFill>
                        </a:defRPr>
                      </a:pPr>
                      <a:r>
                        <a:t>Tuning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01 GSECL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 (weak)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7C00"/>
                          </a:solidFill>
                        </a:defRPr>
                      </a:pPr>
                      <a:r>
                        <a:t>Fixing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09 GeM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22 (slow)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Optimizing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10 GeM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C7"/>
                </a:solidFill>
              </a:defRPr>
            </a:pPr>
            <a:r>
              <a:t>Technical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Data quality beats architecture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Synthetic 99% F1 → real 43% F1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Honest evaluation is non-negotiable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PDF is harder than Excel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Pattern NER beats ML on small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C7"/>
                </a:solidFill>
              </a:defRPr>
            </a:pPr>
            <a:r>
              <a:t>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One agent at a time on repo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Every fix committed before next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Say no to out-of-scope features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Scope guard prevents drift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Challenges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1. Synthetic vs Real Data Gap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• Model trained on 300 synthetic PDFs → 99% F1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• Same model on real tenders → MATERIAL F1 = 0.0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• Root cause: synthetic data was regex-generated from research papers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2. PDF Table Fragility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• Merged cells, multi-line cells, split-quantity columns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• GeM PDFs have digit columns text classifiers miss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3. The 'Fake 100%' Trap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• Earlier work modified gold files to match pipeline output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• We caught this and implemented anti-cheat rules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• All numbers now independently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Tools &amp; Skills Developed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C7"/>
                </a:solidFill>
              </a:defRPr>
            </a:pPr>
            <a:r>
              <a:t>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Python 3.11–3.13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PyTorch + HuggingFace Transformers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pdfplumber + pytesseract (OCR)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openpyxl (Excel)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FastAPI + Streamlit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pytest + ruff +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C7"/>
                </a:solidFill>
              </a:defRPr>
            </a:pPr>
            <a:r>
              <a:t>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End-to-end ML pipeline design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Domain-specific NLP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PDF extraction techniques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Honest evaluation methodology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Multi-agent project management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Git discipline &amp; code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Achievements &amp;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Delivered: Complete pipeline — PDF/XLSX → structured BOQ in &lt;30 seconds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Delivered: Working UI + API + CLI for multiple user types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Delivered: Honest evaluation framework with anti-cheat safeguards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Delivered: 97 critical tests passing with CI/CD gate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Delivered: Full documentation (architecture, handoff, user guide)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Honest Metrics: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XLSX: Strong — exact row counts on 4/4 files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Entity F1: 43.8% micro / 44.8% macro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PDF: Partial — known bugs being fixed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Crash rate: 0% — all 10 files process end-to-end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Key Takeaway: Foundation is solid. Bottleneck is data, not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Summary: Built complete RFQ→BOQ system. XLSX works today. PDF needs real training data.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Immediate Next Steps: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1. Fix PDF bugs (Adani headers, GSECL page detection)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2. Human annotation: 20–40 real tenders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3. NER retrain on real gold → target F1 &gt; 0.60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Long-Term Vision: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Domain-specific models (insulation, civil, electrical)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Hindi/Indic language support (module ready)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Batch processing for high-volume use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Human-in-the-loop for low-confidence extractions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